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8"/>
  </p:notesMasterIdLst>
  <p:sldIdLst>
    <p:sldId id="274" r:id="rId3"/>
    <p:sldId id="325" r:id="rId4"/>
    <p:sldId id="293" r:id="rId5"/>
    <p:sldId id="326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542609"/>
            <a:ext cx="8100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Контрольная работа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Контрольная работа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по темам: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546073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smtClean="0">
                <a:latin typeface="Times New Roman"/>
                <a:ea typeface="Times New Roman"/>
              </a:rPr>
              <a:t>Контрольная </a:t>
            </a:r>
            <a:r>
              <a:rPr lang="ru-RU" sz="2000" dirty="0">
                <a:latin typeface="Times New Roman"/>
                <a:ea typeface="Times New Roman"/>
              </a:rPr>
              <a:t>работа </a:t>
            </a:r>
            <a:r>
              <a:rPr lang="ru-RU" sz="2000" dirty="0" smtClean="0">
                <a:latin typeface="Times New Roman"/>
                <a:ea typeface="Times New Roman"/>
              </a:rPr>
              <a:t>2 </a:t>
            </a:r>
            <a:r>
              <a:rPr lang="ru-RU" sz="2000" dirty="0">
                <a:latin typeface="Times New Roman"/>
                <a:ea typeface="Times New Roman"/>
              </a:rPr>
              <a:t>по темам: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Сертификация беспилотных автомобилей (ВАТС): технические регламенты и стандарты.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Сертификация </a:t>
            </a:r>
            <a:r>
              <a:rPr lang="ru-RU" sz="2000" dirty="0">
                <a:latin typeface="Times New Roman"/>
                <a:ea typeface="Times New Roman"/>
              </a:rPr>
              <a:t>беспилотных летательных аппаратов (БПЛА): авиационные правила и стандарты.</a:t>
            </a: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</TotalTime>
  <Words>63</Words>
  <Application>Microsoft Office PowerPoint</Application>
  <PresentationFormat>Экран (4:3)</PresentationFormat>
  <Paragraphs>13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Контрольная работа 2 по темам: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248</cp:revision>
  <dcterms:created xsi:type="dcterms:W3CDTF">2015-07-29T11:14:37Z</dcterms:created>
  <dcterms:modified xsi:type="dcterms:W3CDTF">2026-06-26T20:23:51Z</dcterms:modified>
</cp:coreProperties>
</file>