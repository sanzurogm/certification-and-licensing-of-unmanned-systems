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8"/>
  </p:notesMasterIdLst>
  <p:sldIdLst>
    <p:sldId id="274" r:id="rId3"/>
    <p:sldId id="325" r:id="rId4"/>
    <p:sldId id="293" r:id="rId5"/>
    <p:sldId id="327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281382"/>
            <a:ext cx="8100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Опрос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84099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Опрос по изученному материалу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59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3688</TotalTime>
  <Words>31</Words>
  <Application>Microsoft Office PowerPoint</Application>
  <PresentationFormat>Экран (4:3)</PresentationFormat>
  <Paragraphs>10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Опрос по изученному материалу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234</cp:revision>
  <dcterms:created xsi:type="dcterms:W3CDTF">2015-07-29T11:14:37Z</dcterms:created>
  <dcterms:modified xsi:type="dcterms:W3CDTF">2026-06-26T20:12:29Z</dcterms:modified>
</cp:coreProperties>
</file>