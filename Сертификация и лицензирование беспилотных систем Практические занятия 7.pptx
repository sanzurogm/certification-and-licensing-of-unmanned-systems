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9"/>
  </p:notesMasterIdLst>
  <p:sldIdLst>
    <p:sldId id="274" r:id="rId3"/>
    <p:sldId id="325" r:id="rId4"/>
    <p:sldId id="293" r:id="rId5"/>
    <p:sldId id="326" r:id="rId6"/>
    <p:sldId id="327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7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542609"/>
            <a:ext cx="8100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Вопросы лицензирования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Вопросы лицензирования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546073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</a:t>
            </a:r>
            <a:r>
              <a:rPr lang="ru-RU" sz="2000" dirty="0" smtClean="0">
                <a:latin typeface="Times New Roman"/>
                <a:ea typeface="Times New Roman"/>
              </a:rPr>
              <a:t>Определите</a:t>
            </a:r>
            <a:r>
              <a:rPr lang="ru-RU" sz="2000" dirty="0">
                <a:latin typeface="Times New Roman"/>
                <a:ea typeface="Times New Roman"/>
              </a:rPr>
              <a:t>, какие виды деятельности, связанные с эксплуатацией БНТС </a:t>
            </a:r>
            <a:r>
              <a:rPr lang="ru-RU" sz="2000" dirty="0" smtClean="0">
                <a:latin typeface="Times New Roman"/>
                <a:ea typeface="Times New Roman"/>
              </a:rPr>
              <a:t>организации, </a:t>
            </a:r>
            <a:r>
              <a:rPr lang="ru-RU" sz="2000" dirty="0">
                <a:latin typeface="Times New Roman"/>
                <a:ea typeface="Times New Roman"/>
              </a:rPr>
              <a:t>требуют лицензирования (например, перевозка грузов, использование радиочастот для связи).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Изучите требования к лицензированию этих видов деятельности.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Определите органы, выдающие лицензии.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Составьте перечень документов, необходимых для получения лицензий.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Вопросы лицензирования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171368"/>
              </p:ext>
            </p:extLst>
          </p:nvPr>
        </p:nvGraphicFramePr>
        <p:xfrm>
          <a:off x="401783" y="1300018"/>
          <a:ext cx="8312728" cy="3469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182"/>
                <a:gridCol w="2078182"/>
                <a:gridCol w="2078182"/>
                <a:gridCol w="2078182"/>
              </a:tblGrid>
              <a:tr h="2454564">
                <a:tc>
                  <a:txBody>
                    <a:bodyPr/>
                    <a:lstStyle/>
                    <a:p>
                      <a:r>
                        <a:rPr lang="ru-RU" b="0" dirty="0" smtClean="0">
                          <a:latin typeface="Times New Roman" pitchFamily="18" charset="0"/>
                          <a:cs typeface="Times New Roman" pitchFamily="18" charset="0"/>
                        </a:rPr>
                        <a:t>Виды деятельности, связанные с эксплуатацией БНТС организации, требуют лицензирования </a:t>
                      </a:r>
                      <a:endParaRPr lang="ru-RU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latin typeface="Times New Roman" pitchFamily="18" charset="0"/>
                          <a:cs typeface="Times New Roman" pitchFamily="18" charset="0"/>
                        </a:rPr>
                        <a:t>Требования к лицензированию этих видов деятельности</a:t>
                      </a:r>
                      <a:endParaRPr lang="ru-RU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latin typeface="Times New Roman" pitchFamily="18" charset="0"/>
                          <a:cs typeface="Times New Roman" pitchFamily="18" charset="0"/>
                        </a:rPr>
                        <a:t>Органы, выдающие лицензии</a:t>
                      </a:r>
                      <a:endParaRPr lang="ru-RU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latin typeface="Times New Roman" pitchFamily="18" charset="0"/>
                          <a:cs typeface="Times New Roman" pitchFamily="18" charset="0"/>
                        </a:rPr>
                        <a:t>Перечень документов, необходимых для получения лицензий.</a:t>
                      </a:r>
                      <a:endParaRPr lang="ru-RU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07367">
                <a:tc>
                  <a:txBody>
                    <a:bodyPr/>
                    <a:lstStyle/>
                    <a:p>
                      <a:endParaRPr lang="ru-RU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07367">
                <a:tc>
                  <a:txBody>
                    <a:bodyPr/>
                    <a:lstStyle/>
                    <a:p>
                      <a:endParaRPr lang="ru-RU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9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3752</TotalTime>
  <Words>67</Words>
  <Application>Microsoft Office PowerPoint</Application>
  <PresentationFormat>Экран (4:3)</PresentationFormat>
  <Paragraphs>20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5. Вопросы лицензирования</vt:lpstr>
      <vt:lpstr>5. Вопросы лицензирования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248</cp:revision>
  <dcterms:created xsi:type="dcterms:W3CDTF">2015-07-29T11:14:37Z</dcterms:created>
  <dcterms:modified xsi:type="dcterms:W3CDTF">2026-06-26T20:13:26Z</dcterms:modified>
</cp:coreProperties>
</file>