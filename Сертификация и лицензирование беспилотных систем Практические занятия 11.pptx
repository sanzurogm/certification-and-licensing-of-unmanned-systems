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1"/>
  </p:notesMasterIdLst>
  <p:sldIdLst>
    <p:sldId id="274" r:id="rId3"/>
    <p:sldId id="325" r:id="rId4"/>
    <p:sldId id="293" r:id="rId5"/>
    <p:sldId id="326" r:id="rId6"/>
    <p:sldId id="327" r:id="rId7"/>
    <p:sldId id="328" r:id="rId8"/>
    <p:sldId id="329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занятия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11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196245"/>
            <a:ext cx="81002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Лицензирование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сертификация беспилотных транспортных средств,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беспилотных летательных аппаратов (БПЛА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Лицензирование ВАТС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6981" y="1219200"/>
            <a:ext cx="8825345" cy="550227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В настоящее время не требуется лицензия для эксплуатации ВАТС в общем порядке. Исключение - экспериментальные правовые режимы (ЭПР), где могут быть установлены специальные требования к операторам ВАТС.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В перспективе, вероятно, будет введено лицензирование деятельности по эксплуатации ВАТС (например, для служб такси, доставки грузов и т.д.). Требования к лицензиатам пока не определены.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Федеральный закон от 04.05.2011 N 99-ФЗ "О лицензировании отдельных видов деятельности": Потенциально, в этот закон могут быть внесены изменения для включения деятельности по эксплуатации ВАТС в перечень лицензируемых.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Сертификация ВАТС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717964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Обязательная сертификация ВАТС на соответствие требованиям безопасности находится в стадии разработки.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Проект федерального закона "О высокоавтоматизированных транспортных средствах (ВАТС)": Предполагается, что этот закон установит требования к сертификации ВАТС.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ТР ТС 018/2011 "О безопасности колесных транспортных средств": Возможно, в этот регламент будут внесены изменения или дополнения, касающиеся ВАТС.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Разрабатываются национальные стандарты (ГОСТ) и технические условия (ТУ) на ВАТС: Эти стандарты будут устанавливать требования к конструкции, программному обеспечению, системе управления и другим аспектам безопасности ВАТС.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Добровольная сертификация: Производители ВАТС могут проходить добровольную сертификацию для подтверждения соответствия своей продукции определенным требованиям и стандартам.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5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Лицензирование БПЛА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717964"/>
            <a:ext cx="8418368" cy="4364181"/>
          </a:xfrm>
        </p:spPr>
        <p:txBody>
          <a:bodyPr/>
          <a:lstStyle/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общем случае, лицензия на эксплуатацию БПЛА не требуется. Однако, существуют ограничения и требования к использованию БПЛА в зависимости от их веса, назначения и места эксплуатации.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Для выполнения определенных видов деятельности с использованием БПЛА может потребоваться лицензия или разрешение. Например:</a:t>
            </a:r>
          </a:p>
          <a:p>
            <a:pPr marL="457200" lvl="1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Авиационные работы (аэрофотосъемка, мониторинг и т.д.).</a:t>
            </a:r>
          </a:p>
          <a:p>
            <a:pPr marL="457200" lvl="1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Перевозка опасных грузов.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Воздушный кодекс Российской Федерации: Регулирует использование воздушного пространства, в том числе БПЛА.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Федеральные авиационные правила (ФАП): Устанавливают требования к эксплуатации БПЛА. (Примеры: ФАП-147, ФАП-138).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Постановление Правительства РФ от 11.03.2010 N 138 "Об утверждении Федеральных правил использования воздушного пространства Российской Федерации": Регулирует порядок использования воздушного пространства.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80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Сертификация БПЛА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717964"/>
            <a:ext cx="8418368" cy="436418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Обязательная сертификация БПЛА и их компонентов требуется в определенных случаях, например, для выполнения авиационных работ.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ФАП-21: Устанавливает требования к сертификации авиационной техники, включая БПЛА.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Технические регламенты Таможенного союза (ТР ТС): Некоторые компоненты БПЛА (например, радиоэлектронное оборудование) могут подлежать сертификации в соответствии с ТР ТС.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Добровольная сертификация: Производители БПЛА могут проходить добровольную сертификацию для подтверждения соответствия своей продукции определенным требованиям и стандартам.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33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3767</TotalTime>
  <Words>448</Words>
  <Application>Microsoft Office PowerPoint</Application>
  <PresentationFormat>Экран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Лицензирование ВАТС</vt:lpstr>
      <vt:lpstr>Сертификация ВАТС</vt:lpstr>
      <vt:lpstr>Лицензирование БПЛА</vt:lpstr>
      <vt:lpstr>Сертификация БПЛА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254</cp:revision>
  <dcterms:created xsi:type="dcterms:W3CDTF">2015-07-29T11:14:37Z</dcterms:created>
  <dcterms:modified xsi:type="dcterms:W3CDTF">2026-06-26T20:27:21Z</dcterms:modified>
</cp:coreProperties>
</file>