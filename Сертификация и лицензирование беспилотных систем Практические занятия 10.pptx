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11"/>
  </p:notesMasterIdLst>
  <p:sldIdLst>
    <p:sldId id="274" r:id="rId3"/>
    <p:sldId id="325" r:id="rId4"/>
    <p:sldId id="293" r:id="rId5"/>
    <p:sldId id="326" r:id="rId6"/>
    <p:sldId id="327" r:id="rId7"/>
    <p:sldId id="328" r:id="rId8"/>
    <p:sldId id="329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10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542609"/>
            <a:ext cx="8100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Сертификация </a:t>
            </a:r>
            <a:endParaRPr lang="ru-RU" sz="40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подтверждение соответствия)</a:t>
            </a: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Сертификат соответствия транспортного средства требованиям ТР ТС 018/2011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64327"/>
            <a:ext cx="8418368" cy="31349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Технический регламент Таможенного союза "О безопасности колесных транспортных средств" (ТР ТС 018/2011).  Устанавливает требования безопасности к транспортным средствам, выпускаемым в обращение на территории Таможенного союза.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Решение Комиссии Таможенного союза от 09.12.2011 N 877 "О принятии технического регламента Таможенного союза "О безопасности колесных транспортных средств". Утверждает сам регламент.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Приказ </a:t>
            </a:r>
            <a:r>
              <a:rPr lang="ru-RU" sz="2000" dirty="0" err="1">
                <a:latin typeface="Times New Roman"/>
                <a:ea typeface="Times New Roman"/>
              </a:rPr>
              <a:t>Росстандарта</a:t>
            </a:r>
            <a:r>
              <a:rPr lang="ru-RU" sz="2000" dirty="0">
                <a:latin typeface="Times New Roman"/>
                <a:ea typeface="Times New Roman"/>
              </a:rPr>
              <a:t> от 21.12.2018 N 2761 "Об утверждении перечня документов в области стандартизации, в результате применения которых на добровольной основе обеспечивается соблюдение требований технического регламента Таможенного союза "О безопасности колесных транспортных средств" (ТР ТС 018/2011)".  Перечень стандартов, соблюдение которых обеспечивает соответствие ТР ТС 018/2011.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Одобрение типа транспортного средства (ОТТС) / Одобрение типа шасси (ОТШ)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64327"/>
            <a:ext cx="8418368" cy="31349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Регулируется ТР ТС </a:t>
            </a:r>
            <a:r>
              <a:rPr lang="ru-RU" sz="2000" dirty="0" smtClean="0">
                <a:latin typeface="Times New Roman"/>
                <a:ea typeface="Times New Roman"/>
              </a:rPr>
              <a:t>018/2011.  </a:t>
            </a:r>
            <a:r>
              <a:rPr lang="ru-RU" sz="2000" dirty="0">
                <a:latin typeface="Times New Roman"/>
                <a:ea typeface="Times New Roman"/>
              </a:rPr>
              <a:t>Процедура получения ОТТС описана в Приложении N 1 к этому регламенту.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5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Свидетельство о безопасности конструкции транспортного средства (СБКТС)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64327"/>
            <a:ext cx="8418368" cy="31349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Регулируется ТР ТС 018/2011 (см. выше). Процедура получения СБКТС описана в Приложении N 13 к этому регламенту.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Решение Коллегии Евразийской экономической комиссии от 09.12.2014 N 231 "О Порядке проведения оценки соответствия продукции требованиям технических регламентов Таможенного союза, Евразийского экономического союза по перечню продукции, в отношении которой подача таможенной декларации сопровождается представлением документа об оценке соответствия".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3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ертификат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соответствия услуг (работ) по техническому обслуживанию и ремонту автотранспортных средств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576945"/>
            <a:ext cx="8418368" cy="31349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В настоящее время обязательная сертификация услуг (работ) по ТО и ремонту отменена.  Однако, добровольная сертификация по-прежнему возможна.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Ранее действовал Приказ Госстандарта РФ от 24.07.1998 N 42 "Об утверждении Правил проведения сертификации услуг (работ) по техническому обслуживанию и ремонту автомототранспортных средств".  Может использоваться в качестве справочного материала.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ГОСТ Р 51709-2001 "Автотранспортные средства. Требования безопасности к техническому состоянию и методы проверки".  Устанавливает требования к техническому состоянию АТС.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84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3751</TotalTime>
  <Words>346</Words>
  <Application>Microsoft Office PowerPoint</Application>
  <PresentationFormat>Экран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Сертификат соответствия транспортного средства требованиям ТР ТС 018/2011</vt:lpstr>
      <vt:lpstr>Одобрение типа транспортного средства (ОТТС) / Одобрение типа шасси (ОТШ)</vt:lpstr>
      <vt:lpstr>Свидетельство о безопасности конструкции транспортного средства (СБКТС)</vt:lpstr>
      <vt:lpstr>Сертификат соответствия услуг (работ) по техническому обслуживанию и ремонту автотранспортных средств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250</cp:revision>
  <dcterms:created xsi:type="dcterms:W3CDTF">2015-07-29T11:14:37Z</dcterms:created>
  <dcterms:modified xsi:type="dcterms:W3CDTF">2026-06-26T20:14:38Z</dcterms:modified>
</cp:coreProperties>
</file>