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9"/>
  </p:notesMasterIdLst>
  <p:sldIdLst>
    <p:sldId id="274" r:id="rId3"/>
    <p:sldId id="325" r:id="rId4"/>
    <p:sldId id="293" r:id="rId5"/>
    <p:sldId id="326" r:id="rId6"/>
    <p:sldId id="327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77" y="1478829"/>
            <a:ext cx="8452735" cy="2852737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2727" y="1884220"/>
            <a:ext cx="7758545" cy="34544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Практические занятия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Практические занятия 8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44945" y="2542609"/>
            <a:ext cx="8100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Лицензирование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Лицензия на осуществление деятельности по перевозкам пассажиров и иных лиц автобусами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064327"/>
            <a:ext cx="8418368" cy="31349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Федеральный закон от 04.05.2011 N 99-ФЗ "О лицензировании отдельных видов деятельности" (статья 12, пункт 23).  Устанавливает лицензирование этого вида деятельности.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Постановление Правительства РФ от 02.04.2012 N 280 "Об утверждении Положения о лицензировании деятельности по перевозкам пассажиров и иных лиц автобусами".  Регулирует порядок получения лицензии, требования к лицензиатам.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Федеральный закон от 08.11.2007 N 259-ФЗ "Устав автомобильного транспорта и городского наземного электрического транспорта". Регулирует отношения при организации перевозок пассажиров.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4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Лицензия на осуществление деятельности по перевозкам опасных грузов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2064327"/>
            <a:ext cx="8418368" cy="31349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Федеральный закон от 04.05.2011 N 99-ФЗ "О лицензировании отдельных видов деятельности" (статья 12, пункт 24).  Устанавливает лицензирование этого вида деятельности.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Постановление Правительства РФ от 15.04.2011 N 272 "Об утверждении Правил перевозок грузов автомобильным транспортом". Общие правила перевозки грузов.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Европейское соглашение о международной дорожной перевозке опасных грузов (ДОПОГ/ADR). Международное соглашение, применяемое и в России.  Содержит подробные требования к перевозке различных классов опасных грузов.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Приказ Минтранса России от 08.08.1995 N 73 "Об утверждении Правил перевозки опасных грузов автомобильным транспортом". (в части не противоречащей ДОПОГ).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5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3748</TotalTime>
  <Words>227</Words>
  <Application>Microsoft Office PowerPoint</Application>
  <PresentationFormat>Экран (4:3)</PresentationFormat>
  <Paragraphs>19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</vt:i4>
      </vt:variant>
    </vt:vector>
  </HeadingPairs>
  <TitlesOfParts>
    <vt:vector size="8" baseType="lpstr">
      <vt:lpstr>Специальное оформление</vt:lpstr>
      <vt:lpstr>1_Специальное оформление</vt:lpstr>
      <vt:lpstr>Сертификация и лицензирование беспилотных систем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Практические занятия  ПРЕПОДАВАТЕЛЬ Ризаева Юлия Николаевна  СЕМЕСТР 3, 2026-2027 уч. г.</vt:lpstr>
      <vt:lpstr>Презентация PowerPoint</vt:lpstr>
      <vt:lpstr>Лицензия на осуществление деятельности по перевозкам пассажиров и иных лиц автобусами</vt:lpstr>
      <vt:lpstr>Лицензия на осуществление деятельности по перевозкам опасных грузов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248</cp:revision>
  <dcterms:created xsi:type="dcterms:W3CDTF">2015-07-29T11:14:37Z</dcterms:created>
  <dcterms:modified xsi:type="dcterms:W3CDTF">2026-06-26T20:13:41Z</dcterms:modified>
</cp:coreProperties>
</file>