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9"/>
  </p:notesMasterIdLst>
  <p:sldIdLst>
    <p:sldId id="274" r:id="rId3"/>
    <p:sldId id="325" r:id="rId4"/>
    <p:sldId id="293" r:id="rId5"/>
    <p:sldId id="326" r:id="rId6"/>
    <p:sldId id="327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занятия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12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196245"/>
            <a:ext cx="8100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Лицензирование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сертификация беспилотной инфраструктуры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Лицензирование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6981" y="1219200"/>
            <a:ext cx="8825345" cy="550227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В настоящее время лицензирование деятельности по созданию и эксплуатации наземной инфраструктуры для ВАТС не предусмотрено.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В перспективе, возможно, будет введено лицензирование деятельности по эксплуатации отдельных элементов инфраструктуры, связанных с безопасностью движения ВАТС (например, центров управления движением, систем связи).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Сертификация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080656"/>
            <a:ext cx="8418368" cy="3134965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Обязательная сертификация элементов наземной инфраструктуры для ВАТС также находится в стадии разработки.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Разрабатываются национальные стандарты (ГОСТ) и технические условия (ТУ) на элементы инфраструктуры: Эти стандарты будут устанавливать требования к безопасности, функциональности и надежности элементов инфраструктуры (например, датчиков, систем связи, зарядных станций).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Возможна сертификация в рамках технического регламента ТР ТС 004/2011 "О безопасности низковольтного оборудования" (для зарядных станций).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Добровольная сертификация: Производители и операторы инфраструктуры могут проходить добровольную сертификацию для подтверждения соответствия своей продукции и услуг определенным требованиям и стандартам.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>
                <a:latin typeface="Times New Roman"/>
                <a:ea typeface="Times New Roman"/>
              </a:rPr>
              <a:t>Приказ </a:t>
            </a:r>
            <a:r>
              <a:rPr lang="ru-RU" sz="1800" dirty="0" err="1">
                <a:latin typeface="Times New Roman"/>
                <a:ea typeface="Times New Roman"/>
              </a:rPr>
              <a:t>Росстандарта</a:t>
            </a:r>
            <a:r>
              <a:rPr lang="ru-RU" sz="1800" dirty="0">
                <a:latin typeface="Times New Roman"/>
                <a:ea typeface="Times New Roman"/>
              </a:rPr>
              <a:t> от 21.12.2018 N 2761 "Об утверждении перечня документов в области стандартизации, в результате применения которых на добровольной основе обеспечивается соблюдение требований технического регламента Таможенного союза "О безопасности колесных транспортных средств" (ТР ТС 018/2011)".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5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3774</TotalTime>
  <Words>217</Words>
  <Application>Microsoft Office PowerPoint</Application>
  <PresentationFormat>Экран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8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Лицензирование</vt:lpstr>
      <vt:lpstr>Сертификация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255</cp:revision>
  <dcterms:created xsi:type="dcterms:W3CDTF">2015-07-29T11:14:37Z</dcterms:created>
  <dcterms:modified xsi:type="dcterms:W3CDTF">2026-06-26T20:27:53Z</dcterms:modified>
</cp:coreProperties>
</file>