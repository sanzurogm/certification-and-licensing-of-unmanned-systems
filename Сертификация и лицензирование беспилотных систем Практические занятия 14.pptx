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8"/>
  </p:notesMasterIdLst>
  <p:sldIdLst>
    <p:sldId id="274" r:id="rId3"/>
    <p:sldId id="325" r:id="rId4"/>
    <p:sldId id="293" r:id="rId5"/>
    <p:sldId id="326" r:id="rId6"/>
    <p:sldId id="264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77" y="1478829"/>
            <a:ext cx="8452735" cy="2852737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92727" y="1884220"/>
            <a:ext cx="7758545" cy="345440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Сертификация и лицензирование беспилотных систем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Практические занятия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Практические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занятия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544945" y="2043845"/>
            <a:ext cx="81002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Сертификация и лицензирование элементов интеллектуальных транспортных систем (ИТС) и их применение в беспилотных системах</a:t>
            </a:r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48220"/>
            <a:ext cx="8210550" cy="749308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План отчета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20832" y="1546073"/>
            <a:ext cx="8418368" cy="365321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Times New Roman"/>
                <a:ea typeface="Times New Roman"/>
              </a:rPr>
              <a:t>Отчет</a:t>
            </a:r>
            <a:r>
              <a:rPr lang="ru-RU" sz="2000" dirty="0">
                <a:latin typeface="Times New Roman"/>
                <a:ea typeface="Times New Roman"/>
              </a:rPr>
              <a:t>, </a:t>
            </a:r>
            <a:r>
              <a:rPr lang="ru-RU" sz="2000" dirty="0" smtClean="0">
                <a:latin typeface="Times New Roman"/>
                <a:ea typeface="Times New Roman"/>
              </a:rPr>
              <a:t>включает </a:t>
            </a:r>
            <a:r>
              <a:rPr lang="ru-RU" sz="2000">
                <a:latin typeface="Times New Roman"/>
                <a:ea typeface="Times New Roman"/>
              </a:rPr>
              <a:t>разделы</a:t>
            </a:r>
            <a:r>
              <a:rPr lang="ru-RU" sz="2000" smtClean="0">
                <a:latin typeface="Times New Roman"/>
                <a:ea typeface="Times New Roman"/>
              </a:rPr>
              <a:t>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1.	Введение (описание </a:t>
            </a:r>
            <a:r>
              <a:rPr lang="ru-RU" sz="2000" dirty="0" smtClean="0">
                <a:latin typeface="Times New Roman"/>
                <a:ea typeface="Times New Roman"/>
              </a:rPr>
              <a:t>элементов </a:t>
            </a:r>
            <a:r>
              <a:rPr lang="ru-RU" sz="2000" dirty="0">
                <a:latin typeface="Times New Roman"/>
                <a:ea typeface="Times New Roman"/>
              </a:rPr>
              <a:t>ИТС).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2.	Таблица </a:t>
            </a:r>
            <a:r>
              <a:rPr lang="ru-RU" sz="2000" dirty="0" smtClean="0">
                <a:latin typeface="Times New Roman"/>
                <a:ea typeface="Times New Roman"/>
              </a:rPr>
              <a:t>1. </a:t>
            </a:r>
            <a:r>
              <a:rPr lang="ru-RU" sz="2000" dirty="0">
                <a:latin typeface="Times New Roman"/>
                <a:ea typeface="Times New Roman"/>
              </a:rPr>
              <a:t>Анализ элементов ИТС, используемых в </a:t>
            </a:r>
            <a:r>
              <a:rPr lang="ru-RU" sz="2000" dirty="0" smtClean="0">
                <a:latin typeface="Times New Roman"/>
                <a:ea typeface="Times New Roman"/>
              </a:rPr>
              <a:t>БНТС.</a:t>
            </a: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3.	Таблица </a:t>
            </a:r>
            <a:r>
              <a:rPr lang="ru-RU" sz="2000" dirty="0" smtClean="0">
                <a:latin typeface="Times New Roman"/>
                <a:ea typeface="Times New Roman"/>
              </a:rPr>
              <a:t>2. </a:t>
            </a:r>
            <a:r>
              <a:rPr lang="ru-RU" sz="2000" dirty="0">
                <a:latin typeface="Times New Roman"/>
                <a:ea typeface="Times New Roman"/>
              </a:rPr>
              <a:t>Анализ нормативной базы по сертификации и лицензированию элементов ИТС.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4.	Таблица </a:t>
            </a:r>
            <a:r>
              <a:rPr lang="ru-RU" sz="2000" dirty="0" smtClean="0">
                <a:latin typeface="Times New Roman"/>
                <a:ea typeface="Times New Roman"/>
              </a:rPr>
              <a:t>3. </a:t>
            </a:r>
            <a:r>
              <a:rPr lang="ru-RU" sz="2000" dirty="0">
                <a:latin typeface="Times New Roman"/>
                <a:ea typeface="Times New Roman"/>
              </a:rPr>
              <a:t>Стратегия сертификации элементов ИТС, используемых в </a:t>
            </a:r>
            <a:r>
              <a:rPr lang="ru-RU" sz="2000" dirty="0" smtClean="0">
                <a:latin typeface="Times New Roman"/>
                <a:ea typeface="Times New Roman"/>
              </a:rPr>
              <a:t>БНТС.</a:t>
            </a: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5.	Таблица </a:t>
            </a:r>
            <a:r>
              <a:rPr lang="ru-RU" sz="2000" dirty="0" smtClean="0">
                <a:latin typeface="Times New Roman"/>
                <a:ea typeface="Times New Roman"/>
              </a:rPr>
              <a:t>4. </a:t>
            </a:r>
            <a:r>
              <a:rPr lang="ru-RU" sz="2000" dirty="0">
                <a:latin typeface="Times New Roman"/>
                <a:ea typeface="Times New Roman"/>
              </a:rPr>
              <a:t>Анализ рисков и мероприятия по их снижению.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6.	Анализ вопросов лицензирования деятельности, связанной с эксплуатацией </a:t>
            </a:r>
            <a:r>
              <a:rPr lang="ru-RU" sz="2000" dirty="0" smtClean="0">
                <a:latin typeface="Times New Roman"/>
                <a:ea typeface="Times New Roman"/>
              </a:rPr>
              <a:t>БНТС </a:t>
            </a:r>
            <a:r>
              <a:rPr lang="ru-RU" sz="2000" dirty="0">
                <a:latin typeface="Times New Roman"/>
                <a:ea typeface="Times New Roman"/>
              </a:rPr>
              <a:t>(включая перечень необходимых документов).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  <a:ea typeface="Times New Roman"/>
              </a:rPr>
              <a:t>7.	Выводы и рекомендации</a:t>
            </a:r>
            <a:r>
              <a:rPr lang="ru-RU" sz="2000" dirty="0" smtClean="0">
                <a:latin typeface="Times New Roman"/>
                <a:ea typeface="Times New Roman"/>
              </a:rPr>
              <a:t>.</a:t>
            </a:r>
            <a:endParaRPr lang="ru-RU" sz="20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45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3748</TotalTime>
  <Words>51</Words>
  <Application>Microsoft Office PowerPoint</Application>
  <PresentationFormat>Экран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Специальное оформление</vt:lpstr>
      <vt:lpstr>1_Специальное оформление</vt:lpstr>
      <vt:lpstr>Сертификация и лицензирование беспилотных систем</vt:lpstr>
      <vt:lpstr>ДИСЦИЛИНА Сертификация и лицензирование беспилотных систем  ИНСТИТУТ ИПТИП  КАФЕДРА индустриального программирования  ВИД УЧЕБНОГО МАТЕРИАЛА Практические занятия  ПРЕПОДАВАТЕЛЬ Ризаева Юлия Николаевна  СЕМЕСТР 3, 2026-2027 уч. г.</vt:lpstr>
      <vt:lpstr>Презентация PowerPoint</vt:lpstr>
      <vt:lpstr>План отчета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250</cp:revision>
  <dcterms:created xsi:type="dcterms:W3CDTF">2015-07-29T11:14:37Z</dcterms:created>
  <dcterms:modified xsi:type="dcterms:W3CDTF">2026-06-26T20:29:14Z</dcterms:modified>
</cp:coreProperties>
</file>